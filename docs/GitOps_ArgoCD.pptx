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ecabd6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ecabd6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ecabd662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ecabd662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ecabd662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ecabd662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ecabd662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ecabd662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cabd662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ecabd662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ecabd662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ecabd662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ee25a702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ee25a702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ecabd662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ecabd662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f53dcea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f53dcea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e25a7029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ee25a7029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ecabd662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ecabd662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ee25a702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ee25a702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ee25a7029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ee25a7029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ee25a7029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ee25a7029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ee25a7029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ee25a7029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ee25a702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ee25a702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ee25a702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ee25a702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go-cd.readthedocs.io/en/stable/user-guide/kustomize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go-cd.readthedocs.io/en/stable/operator-manual/applicationset/Generators/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rgo-cd.readthedocs.io/en/latest/user-guide/sync-options/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rgo-cd.readthedocs.io/en/stable/user-guide/sync-waves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rgo-cd.readthedocs.io/en/stable/user-guide/diffing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GitOps basics with ArgoCD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563475" y="4275725"/>
            <a:ext cx="24186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Presented by</a:t>
            </a:r>
            <a:br>
              <a:rPr lang="en-GB" sz="2000"/>
            </a:br>
            <a:br>
              <a:rPr lang="en-GB" sz="2000"/>
            </a:br>
            <a:r>
              <a:rPr lang="en-GB" sz="2000"/>
              <a:t>Pratheesh Russell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Gitops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 DevOps approach that uses Git as the single source of truth for declarative infrastructure and application management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461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ArgoCD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618800" cy="18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 pull based GitOps CD tool for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Will be added as a CRD in the cluster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700" y="244550"/>
            <a:ext cx="39433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775" y="3227350"/>
            <a:ext cx="8325525" cy="18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451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413600" cy="3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Api server:</a:t>
            </a:r>
            <a:r>
              <a:rPr lang="en-GB"/>
              <a:t> exposes api that allows UI, CLI to interact via REST, GRPC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Repo Server:</a:t>
            </a:r>
            <a:r>
              <a:rPr lang="en-GB"/>
              <a:t> Interacts with git repo and generates configs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Application Controller:</a:t>
            </a:r>
            <a:r>
              <a:rPr lang="en-GB"/>
              <a:t> reconciles the Application resource in Kubernetes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ApplicationSet Controller:</a:t>
            </a:r>
            <a:r>
              <a:rPr lang="en-GB"/>
              <a:t> reconciles</a:t>
            </a:r>
            <a:r>
              <a:rPr lang="en-GB"/>
              <a:t> the Application set resource in Kubernetes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300" y="681700"/>
            <a:ext cx="4332250" cy="390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Setup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Install the crd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Portforward/setup ingress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kubectl port-forward svc/argocd-server 9010:443 --namespace=argocd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Find admin password (username is admin)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kubectl get secrets argocd-initial-admin-secret -o yaml -n argocd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decode base64 password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Can be created from yaml, web ui, cli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Supports kustomize, helm and plain kubernetes yaml to create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It is possible to specify tool to be used if not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It detects as kustomize if </a:t>
            </a:r>
            <a:r>
              <a:rPr lang="en-GB"/>
              <a:t>kustomization</a:t>
            </a:r>
            <a:r>
              <a:rPr lang="en-GB"/>
              <a:t> yaml is found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It detects as helm id charts yaml is found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Otherwise considers as plain kubernetes config file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Kustomize options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Argocd allows to specify various options related to kustomize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Name prefix</a:t>
            </a:r>
            <a:r>
              <a:rPr lang="en-GB"/>
              <a:t>: added to all resources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Name suffix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patches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Images: to override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Version: to set kustomize version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NOTE: </a:t>
            </a:r>
            <a:r>
              <a:rPr lang="en-GB"/>
              <a:t>not all options are available when created from UI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List of available options can be found here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https://argo-cd.readthedocs.io/en/stable/user-guide/kustomize/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 group of applications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An application can not exist out of a project. If not specified the </a:t>
            </a:r>
            <a:r>
              <a:rPr b="1" lang="en-GB"/>
              <a:t>default</a:t>
            </a:r>
            <a:r>
              <a:rPr lang="en-GB"/>
              <a:t> project created by argocd will be 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Allows to set user access restriction, cluster restriction, repo restriction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Can be created with yaml, cli, web ui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 sets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499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It manages create/update/delete of applications in argocd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Used to deploy a kubernetes config in multiple clusters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Defines templates for applications and use generators to fill in template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Various types of generators are available (Read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)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199" y="1256325"/>
            <a:ext cx="3669751" cy="30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Repos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Track by commit sha, tags, branch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Sync policy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613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Sync is making actual state = desired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Refresh compares the state (done every 3 mins)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Sync can be done automatically but if </a:t>
            </a:r>
            <a:r>
              <a:rPr lang="en-GB"/>
              <a:t>auto sync is </a:t>
            </a:r>
            <a:r>
              <a:rPr lang="en-GB"/>
              <a:t>enabled, rollback cannot be performed.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Auto pruning can be enabled to delete unused resources after autosync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If Self heal is enabled then argocd corrects manual updates to the cluster as well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925" y="1604000"/>
            <a:ext cx="185737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Sync Options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controls on sync can be done using </a:t>
            </a:r>
            <a:r>
              <a:rPr lang="en-GB" sz="1100">
                <a:solidFill>
                  <a:srgbClr val="36464E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spec.syncPolicy.syncOptions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Some of these can also be managed at resource level by adding annotations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For example </a:t>
            </a:r>
            <a:r>
              <a:rPr lang="en-GB"/>
              <a:t>we can prevent sync settings like pruning in a particular resource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All sync options can be found here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https://argo-cd.readthedocs.io/en/latest/user-guide/sync-options/</a:t>
            </a:r>
            <a:r>
              <a:rPr lang="en-GB"/>
              <a:t> </a:t>
            </a:r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2113" y="2520313"/>
            <a:ext cx="410527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Sync phases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2658525"/>
            <a:ext cx="85206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deploy a resource in a particular step use annotation argocd.argoproj.io/hook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For example to setup pgadmin at end use PostSync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More details can be found in the following 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https://argo-cd.readthedocs.io/en/stable/user-guide/sync-waves/</a:t>
            </a:r>
            <a:r>
              <a:rPr lang="en-GB"/>
              <a:t> 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7025" y="134800"/>
            <a:ext cx="5964682" cy="24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6150" y="3083552"/>
            <a:ext cx="2532650" cy="136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Sync Waves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3431625"/>
            <a:ext cx="8520600" cy="11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NOTE: check the migration job resource provided with the demo app to see how this is setup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750" y="336524"/>
            <a:ext cx="5529626" cy="26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Ignoring Diffing updates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3814200" cy="18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Argo CD allows you to optionally ignore differences of problematic resources.</a:t>
            </a:r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311700" y="4520275"/>
            <a:ext cx="8314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READ </a:t>
            </a:r>
            <a:r>
              <a:rPr lang="en-GB" sz="1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https://argo-cd.readthedocs.io/en/stable/user-guide/diffing/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3138" y="1136150"/>
            <a:ext cx="210502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5413" y="1485675"/>
            <a:ext cx="215265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 of apps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Argo apps are are kubernetes resources themselves. Add multiple apps to a git folder and create a root app that points to this folder.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Whenever a new app is added to this folder, argocd will sync the new app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Kubectl commands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Get apps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kubectl get app -n argocd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Remove finalizers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